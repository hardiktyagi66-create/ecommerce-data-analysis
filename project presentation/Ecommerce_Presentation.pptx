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7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98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92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95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75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41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33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74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06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99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1730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2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9056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86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834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Global E-Commerce Sales &amp; Customer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Capstone Project using  Power BI &amp; DAX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 would like to express my sincere gratitude to my mentors, instructors, and learning resources for their guidance throughout this project. This project demonstrates end-to-end analytics using  Power BI and DAX.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customer behavior and purchasing patterns</a:t>
            </a:r>
          </a:p>
          <a:p>
            <a:r>
              <a:t>• Evaluate product performance and sales trends</a:t>
            </a:r>
          </a:p>
          <a:p>
            <a:r>
              <a:t>• Monitor customer satisfaction through reviews</a:t>
            </a:r>
          </a:p>
          <a:p>
            <a:r>
              <a:t>• Identify high-value customers and top-performing products</a:t>
            </a:r>
          </a:p>
          <a:p>
            <a:r>
              <a:t>• Build interactive dashboards for business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Data Understanding &amp; Preparation</a:t>
            </a:r>
          </a:p>
          <a:p>
            <a:r>
              <a:t>Step 2: Data Modeling &amp; Relationships</a:t>
            </a:r>
          </a:p>
          <a:p>
            <a:r>
              <a:t>Step 3: DAX Measures &amp; KPI Creation</a:t>
            </a:r>
          </a:p>
          <a:p>
            <a:r>
              <a:t>Step 4: Dashboard Development in Power BI</a:t>
            </a:r>
          </a:p>
          <a:p>
            <a:r>
              <a:t>Step 5: Business Insights &amp;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 Used:</a:t>
            </a:r>
          </a:p>
          <a:p>
            <a:r>
              <a:t>• Customers</a:t>
            </a:r>
          </a:p>
          <a:p>
            <a:r>
              <a:t>• Products</a:t>
            </a:r>
          </a:p>
          <a:p>
            <a:r>
              <a:t>• Orders</a:t>
            </a:r>
          </a:p>
          <a:p>
            <a:r>
              <a:t>• Order Items</a:t>
            </a:r>
          </a:p>
          <a:p>
            <a:r>
              <a:t>• Product Reviews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Modeling (ERD)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2D126A-0C66-4BDB-A17A-D97DB2B40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9700" y="1800225"/>
            <a:ext cx="6924675" cy="4138389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3 Dashboards:</a:t>
            </a:r>
          </a:p>
          <a:p>
            <a:r>
              <a:t>1. Customer Overview</a:t>
            </a:r>
          </a:p>
          <a:p>
            <a:r>
              <a:t>2. Product Performance</a:t>
            </a:r>
          </a:p>
          <a:p>
            <a:r>
              <a:t>3. Customer Review &amp; Satisfaction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Overview 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737F41C-2FD9-476D-8388-CE2D55661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1779" y="1781175"/>
            <a:ext cx="6767167" cy="4130675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Customer Overview -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Customer base grew by 24.92% compared to previous year.</a:t>
            </a:r>
          </a:p>
          <a:p>
            <a:r>
              <a:t>• Repeat customer rate reached 90.83%.</a:t>
            </a:r>
          </a:p>
          <a:p>
            <a:r>
              <a:t>• Customers place an average of 4 orders.</a:t>
            </a:r>
          </a:p>
          <a:p>
            <a:r>
              <a:t>• Revenue per customer exceeds 8K.</a:t>
            </a:r>
          </a:p>
          <a:p>
            <a:r>
              <a:t>• Customer distribution is balanced across genders.</a:t>
            </a:r>
          </a:p>
          <a:p>
            <a:r>
              <a:t>• Top customers contribute significant revenue.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Performance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862481-2BEE-400C-BFCE-D153F77529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3100" y="2159216"/>
            <a:ext cx="6591300" cy="3727017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Product Performance -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quantity sold exceeded 60 million units.</a:t>
            </a:r>
          </a:p>
          <a:p>
            <a:r>
              <a:t>• Product demand increased by 24.91% year-over-year.</a:t>
            </a:r>
          </a:p>
          <a:p>
            <a:r>
              <a:t>• Electronics is the highest-selling category.</a:t>
            </a:r>
          </a:p>
          <a:p>
            <a:r>
              <a:t>• Home category recorded the lowest sales volume.</a:t>
            </a:r>
          </a:p>
          <a:p>
            <a:r>
              <a:t>• Average product price is 251.28.</a:t>
            </a:r>
          </a:p>
          <a:p>
            <a:r>
              <a:t>• Revenue is distributed across multiple brands.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Customer Review &amp; Satisfaction 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828DD80-309A-4CF0-B946-6450B5D5DE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9493" y="2133600"/>
            <a:ext cx="6138513" cy="3778250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Review &amp; Satisfaction -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Positive reviews account for nearly 60% of all reviews.</a:t>
            </a:r>
          </a:p>
          <a:p>
            <a:r>
              <a:t>• Average product rating is 3 out of 5.</a:t>
            </a:r>
          </a:p>
          <a:p>
            <a:r>
              <a:t>• Electronics receives the highest review volume.</a:t>
            </a:r>
          </a:p>
          <a:p>
            <a:r>
              <a:t>• Review activity remains strong across years.</a:t>
            </a:r>
          </a:p>
          <a:p>
            <a:r>
              <a:t>• Negative reviews highlight improvement opportunities.</a:t>
            </a:r>
          </a:p>
          <a:p>
            <a:r>
              <a:t>• More than 4 million reviews were analyzed.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Strong customer retention and growth.</a:t>
            </a:r>
          </a:p>
          <a:p>
            <a:r>
              <a:t>• Increasing product demand across categories.</a:t>
            </a:r>
          </a:p>
          <a:p>
            <a:r>
              <a:t>• Electronics is the leading category in sales and reviews.</a:t>
            </a:r>
          </a:p>
          <a:p>
            <a:r>
              <a:t>• Customer satisfaction is moderate with scope for improvement.</a:t>
            </a:r>
          </a:p>
          <a:p>
            <a:r>
              <a:t>• Review participation provides valuable business feedback.</a:t>
            </a:r>
          </a:p>
          <a:p>
            <a:r>
              <a:t>• Dashboards support data-driven decision-making.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Customer Segmentation (RFM)</a:t>
            </a:r>
          </a:p>
          <a:p>
            <a:r>
              <a:t>• Sales Forecasting</a:t>
            </a:r>
          </a:p>
          <a:p>
            <a:r>
              <a:t>• Recommendation System</a:t>
            </a:r>
          </a:p>
          <a:p>
            <a:r>
              <a:t>• Sentiment Analysis</a:t>
            </a:r>
          </a:p>
          <a:p>
            <a:r>
              <a:t>• Real-Time Dashboard Integration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Synthetic E-Commerce Dataset</a:t>
            </a:r>
          </a:p>
          <a:p>
            <a:r>
              <a:rPr dirty="0"/>
              <a:t>• Power BI Documentation</a:t>
            </a:r>
          </a:p>
          <a:p>
            <a:r>
              <a:rPr dirty="0"/>
              <a:t>• Microsoft DAX Documentation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8025" y="2400300"/>
            <a:ext cx="2857500" cy="2000250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52</TotalTime>
  <Words>436</Words>
  <Application>Microsoft Office PowerPoint</Application>
  <PresentationFormat>On-screen Show (4:3)</PresentationFormat>
  <Paragraphs>71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Wisp</vt:lpstr>
      <vt:lpstr>Global E-Commerce Sales &amp; Customer Analytics Dashboard</vt:lpstr>
      <vt:lpstr>Acknowledgement</vt:lpstr>
      <vt:lpstr>Project Objective</vt:lpstr>
      <vt:lpstr>Project Workflow</vt:lpstr>
      <vt:lpstr>Dataset Overview</vt:lpstr>
      <vt:lpstr>Data Modeling (ERD)</vt:lpstr>
      <vt:lpstr>Power BI Dashboard</vt:lpstr>
      <vt:lpstr>Customer Overview Dashboard</vt:lpstr>
      <vt:lpstr>Customer Overview - Key Insights</vt:lpstr>
      <vt:lpstr>Product Performance Dashboard</vt:lpstr>
      <vt:lpstr>Product Performance - Key Insights</vt:lpstr>
      <vt:lpstr>Customer Review &amp; Satisfaction Dashboard</vt:lpstr>
      <vt:lpstr>Review &amp; Satisfaction - Key Insights</vt:lpstr>
      <vt:lpstr>Overall Business Insights</vt:lpstr>
      <vt:lpstr>Future Scope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E-Commerce Sales &amp; Customer Analytics Dashboard</dc:title>
  <dc:subject/>
  <dc:creator>HP</dc:creator>
  <cp:keywords/>
  <dc:description>generated using python-pptx</dc:description>
  <cp:lastModifiedBy>HARDIK</cp:lastModifiedBy>
  <cp:revision>2</cp:revision>
  <dcterms:created xsi:type="dcterms:W3CDTF">2013-01-27T09:14:16Z</dcterms:created>
  <dcterms:modified xsi:type="dcterms:W3CDTF">2026-06-22T08:43:54Z</dcterms:modified>
  <cp:category/>
</cp:coreProperties>
</file>